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4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208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53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97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86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71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121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52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92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826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96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35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1F0E23C-E03C-4D10-AB12-92DDDE6BAB9B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8190881-8E38-4D4B-AE1C-AFBCA8B47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36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Document1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4E1B-A995-4187-CA8D-719EA7EA5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2873" y="782782"/>
            <a:ext cx="9008254" cy="3410475"/>
          </a:xfrm>
        </p:spPr>
        <p:txBody>
          <a:bodyPr anchor="ctr">
            <a:normAutofit/>
          </a:bodyPr>
          <a:lstStyle/>
          <a:p>
            <a:r>
              <a:rPr lang="en-IN" sz="6000"/>
              <a:t>E-Commerce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9FDCF-2D27-2E3B-909C-F04B5F91B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4165" y="4709627"/>
            <a:ext cx="8956962" cy="1126283"/>
          </a:xfrm>
        </p:spPr>
        <p:txBody>
          <a:bodyPr anchor="ctr">
            <a:normAutofit fontScale="92500" lnSpcReduction="20000"/>
          </a:bodyPr>
          <a:lstStyle/>
          <a:p>
            <a:r>
              <a:rPr lang="en-IN" dirty="0">
                <a:solidFill>
                  <a:schemeClr val="bg1"/>
                </a:solidFill>
              </a:rPr>
              <a:t>Created and Presented by</a:t>
            </a:r>
          </a:p>
          <a:p>
            <a:r>
              <a:rPr lang="en-IN" dirty="0">
                <a:solidFill>
                  <a:schemeClr val="bg1"/>
                </a:solidFill>
              </a:rPr>
              <a:t>Name: Rishi Pratap Yadav</a:t>
            </a:r>
          </a:p>
          <a:p>
            <a:r>
              <a:rPr lang="en-IN" dirty="0">
                <a:solidFill>
                  <a:schemeClr val="bg1"/>
                </a:solidFill>
              </a:rPr>
              <a:t>Emp Id: 3145887</a:t>
            </a:r>
          </a:p>
        </p:txBody>
      </p:sp>
    </p:spTree>
    <p:extLst>
      <p:ext uri="{BB962C8B-B14F-4D97-AF65-F5344CB8AC3E}">
        <p14:creationId xmlns:p14="http://schemas.microsoft.com/office/powerpoint/2010/main" val="294999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8032-5585-7B02-70F8-B92A15DA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6213F-9C90-5720-227C-A1C022905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have designed a </a:t>
            </a:r>
            <a:r>
              <a:rPr lang="en-IN" b="1" dirty="0"/>
              <a:t>scalable and reliable e-commerce system</a:t>
            </a:r>
            <a:r>
              <a:rPr lang="en-IN" dirty="0"/>
              <a:t> that ensures smooth customer journeys from browsing to checkout. The platform is built in a </a:t>
            </a:r>
            <a:r>
              <a:rPr lang="en-IN" b="1" dirty="0"/>
              <a:t>modular way</a:t>
            </a:r>
            <a:r>
              <a:rPr lang="en-IN" dirty="0"/>
              <a:t>, where key business functions such as products, orders, payments, inventory, and customer communication work independently while remaining fully integrated.</a:t>
            </a:r>
          </a:p>
          <a:p>
            <a:r>
              <a:rPr lang="en-IN" dirty="0"/>
              <a:t>Overall, the architecture provides a </a:t>
            </a:r>
            <a:r>
              <a:rPr lang="en-IN" b="1" dirty="0"/>
              <a:t>secure, high-performance foundation</a:t>
            </a:r>
            <a:r>
              <a:rPr lang="en-IN" dirty="0"/>
              <a:t> that supports business expansion, operational efficiency, and a consistent customer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65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2CD5-C757-0B28-55A3-BA74B5E9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Functional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B4033-DCA3-1407-0A30-59556E635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/>
              <a:t>User can sign up, login and logout.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Products list should be visible on the page.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User can search product by name and category.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User can filter products.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User can add, update, remove products from the cart.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User can place order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Notify user about order placed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User should be able to make payment for the product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Inventory must be updated after purchase.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69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AB4E-08F0-74C5-93B7-7A30303E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 Functional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5229-4B7D-D30A-942F-D0F2F68BE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/>
              <a:t>System should be auto scalable for peak events.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Availability up to 99.99%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Fault Tolerance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Strong consistency for Inventory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Graceful Degradation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Low Latency(Search, showing product catalogue)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Ability to handle thousands of concurrent requests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56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C9EE-E95F-4CD7-5B10-401398E0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4549F-3F66-18A8-CA77-87432D063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IN" dirty="0"/>
              <a:t>Mostly browsing/search traffic(80%), checkout traffic(20%).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We will have responsive website shown on desktop and mobile.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Mobile application is not asked by client.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The system meets </a:t>
            </a:r>
            <a:r>
              <a:rPr lang="en-IN" b="1" dirty="0"/>
              <a:t>regulatory, privacy, and audit requirements</a:t>
            </a:r>
            <a:r>
              <a:rPr lang="en-IN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Third party integration with Payment gateway and Logistics.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67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B6A8-CBD4-7566-7D54-88B1EEF6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Feedback from Interim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20D9-71F3-A9E0-17AA-61C8D2A44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Show each DB per service</a:t>
            </a:r>
          </a:p>
          <a:p>
            <a:r>
              <a:rPr lang="en-IN" dirty="0"/>
              <a:t>Show cross cutting concerns in HLD</a:t>
            </a:r>
          </a:p>
          <a:p>
            <a:r>
              <a:rPr lang="en-IN" dirty="0"/>
              <a:t>Improve icons or colour coding for different components</a:t>
            </a:r>
          </a:p>
          <a:p>
            <a:r>
              <a:rPr lang="en-IN" dirty="0"/>
              <a:t>Show where product images and invoices would be stored.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15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C50FB-DD90-7214-5A38-2F8F9A95F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664" y="-36429"/>
            <a:ext cx="7907336" cy="68944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2D8B7C-C2C6-3188-7B8A-4A0654F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703" y="2672176"/>
            <a:ext cx="3693305" cy="6588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HLD</a:t>
            </a:r>
          </a:p>
        </p:txBody>
      </p:sp>
    </p:spTree>
    <p:extLst>
      <p:ext uri="{BB962C8B-B14F-4D97-AF65-F5344CB8AC3E}">
        <p14:creationId xmlns:p14="http://schemas.microsoft.com/office/powerpoint/2010/main" val="3209907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EE89-F871-A4C5-0E9D-35FB791E7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238" y="2302062"/>
            <a:ext cx="3693305" cy="1322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Deployment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B0273D-1F00-4FD3-F6B6-2B5F10988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0" r="-2" b="11122"/>
          <a:stretch>
            <a:fillRect/>
          </a:stretch>
        </p:blipFill>
        <p:spPr>
          <a:xfrm>
            <a:off x="4617490" y="1"/>
            <a:ext cx="7574510" cy="6858000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7960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A5AB-B9F0-33CD-D168-F98A7C3C3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8" y="2073662"/>
            <a:ext cx="3221377" cy="12791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Frontend CI/CD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8968E-653E-CD7E-AFA0-0EF4FE6FC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9910"/>
          <a:stretch>
            <a:fillRect/>
          </a:stretch>
        </p:blipFill>
        <p:spPr>
          <a:xfrm>
            <a:off x="4617490" y="1"/>
            <a:ext cx="7574510" cy="6858000"/>
          </a:xfrm>
          <a:prstGeom prst="rect">
            <a:avLst/>
          </a:prstGeom>
          <a:effectLst>
            <a:outerShdw blurRad="254000" dist="190500" dir="5580000" sx="90000" sy="90000" algn="ctr" rotWithShape="0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5767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A087C-E877-20DC-311D-C848D0344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CFBBF-0291-A60C-B404-1A08B1A4D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1183"/>
          <a:stretch>
            <a:fillRect/>
          </a:stretch>
        </p:blipFill>
        <p:spPr>
          <a:xfrm>
            <a:off x="20" y="10"/>
            <a:ext cx="12191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A4572F-AAEA-0CAF-BE37-2D981704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6" y="5746071"/>
            <a:ext cx="7015499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Backend CI/CD</a:t>
            </a:r>
          </a:p>
        </p:txBody>
      </p:sp>
    </p:spTree>
    <p:extLst>
      <p:ext uri="{BB962C8B-B14F-4D97-AF65-F5344CB8AC3E}">
        <p14:creationId xmlns:p14="http://schemas.microsoft.com/office/powerpoint/2010/main" val="757524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BBE4D-D351-2AF6-749C-43949A40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2485C-263A-03CF-9B5E-7D13A1B5C7D8}"/>
              </a:ext>
            </a:extLst>
          </p:cNvPr>
          <p:cNvSpPr txBox="1"/>
          <p:nvPr/>
        </p:nvSpPr>
        <p:spPr>
          <a:xfrm>
            <a:off x="2231136" y="2292620"/>
            <a:ext cx="7729728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Failover Strategy – 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DR strategy – DAR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5E0A1CF-20C1-3287-BE5D-2230AB281D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641186"/>
              </p:ext>
            </p:extLst>
          </p:nvPr>
        </p:nvGraphicFramePr>
        <p:xfrm>
          <a:off x="4811486" y="3245663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597" imgH="806311" progId="Word.Document.12">
                  <p:embed/>
                </p:oleObj>
              </mc:Choice>
              <mc:Fallback>
                <p:oleObj name="Document" showAsIcon="1" r:id="rId2" imgW="914597" imgH="8063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11486" y="3245663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1243CAF-C3A5-7CA9-1D21-2C856177D6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007843"/>
              </p:ext>
            </p:extLst>
          </p:nvPr>
        </p:nvGraphicFramePr>
        <p:xfrm>
          <a:off x="4974773" y="2363333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4" imgW="914597" imgH="806311" progId="Word.Document.12">
                  <p:embed/>
                </p:oleObj>
              </mc:Choice>
              <mc:Fallback>
                <p:oleObj name="Document" showAsIcon="1" r:id="rId4" imgW="914597" imgH="8063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74773" y="2363333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9194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92FC-1BFD-9B0E-13D1-2BF6D055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56035"/>
            <a:ext cx="7729728" cy="1188720"/>
          </a:xfrm>
        </p:spPr>
        <p:txBody>
          <a:bodyPr/>
          <a:lstStyle/>
          <a:p>
            <a:r>
              <a:rPr lang="en-IN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3752637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16163</TotalTime>
  <Words>313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Parcel</vt:lpstr>
      <vt:lpstr>Microsoft Word Document</vt:lpstr>
      <vt:lpstr>E-Commerce Case Study</vt:lpstr>
      <vt:lpstr>Summary</vt:lpstr>
      <vt:lpstr>Functional Requirement</vt:lpstr>
      <vt:lpstr>Non Functional Requirement</vt:lpstr>
      <vt:lpstr>Assumptions</vt:lpstr>
      <vt:lpstr>Feedback from Interim Demo</vt:lpstr>
      <vt:lpstr>HLD</vt:lpstr>
      <vt:lpstr>Deployment Diagram</vt:lpstr>
      <vt:lpstr>Frontend CI/CD</vt:lpstr>
      <vt:lpstr>Backend CI/CD</vt:lpstr>
      <vt:lpstr>DAR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Yadav</dc:creator>
  <cp:lastModifiedBy>Rishi Yadav</cp:lastModifiedBy>
  <cp:revision>21</cp:revision>
  <dcterms:created xsi:type="dcterms:W3CDTF">2026-01-15T14:31:19Z</dcterms:created>
  <dcterms:modified xsi:type="dcterms:W3CDTF">2026-04-06T12:29:09Z</dcterms:modified>
</cp:coreProperties>
</file>
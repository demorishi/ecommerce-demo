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F2957-CB07-16A8-B84D-7823322954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C71BC0-BDE4-8C22-2159-0806C61583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E82DC5-336B-88F9-5908-5C2972EB6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E23C-E03C-4D10-AB12-92DDDE6BAB9B}" type="datetimeFigureOut">
              <a:rPr lang="en-IN" smtClean="0"/>
              <a:t>04-04-2026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9A9DD2-26DB-107E-FC2E-49262ADEB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23B4E5-6545-1F5B-1641-4B873F8A3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27726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053EF-353D-38FE-27F1-B27D3FF03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BF525-25D2-F8DA-DD0F-46F0E4750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D39CB-7132-67C4-0C40-D78E104CC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E23C-E03C-4D10-AB12-92DDDE6BAB9B}" type="datetimeFigureOut">
              <a:rPr lang="en-IN" smtClean="0"/>
              <a:t>04-04-2026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D6AAEB-899A-9269-61DE-9401D8261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7E4D1B-0935-D5B3-B9C7-85B723FB5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3502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74483-4D94-C768-8165-BD0C119B0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54938D-58BB-B464-8B51-7B264396ED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869AFC-3246-9FAB-CE22-8C260EC16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E23C-E03C-4D10-AB12-92DDDE6BAB9B}" type="datetimeFigureOut">
              <a:rPr lang="en-IN" smtClean="0"/>
              <a:t>04-04-2026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42835-24EA-0918-7F42-5AE9D8709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452D9-9880-93E0-CD78-C4F4F3E3C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98728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BC6AC-8FCC-8EEB-D93B-37D021E72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89262-9AC2-8253-FFBE-96F73480C3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CC08CC-1FF8-E4E4-9997-99C5B40CE4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BFCBB2-6AB8-2A32-536D-25B3B3A57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E23C-E03C-4D10-AB12-92DDDE6BAB9B}" type="datetimeFigureOut">
              <a:rPr lang="en-IN" smtClean="0"/>
              <a:t>04-04-2026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13C5BF-6227-EE36-962E-410294BA9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E5392D-B65A-6AFF-6B0D-78C613505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8044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52C16-2315-F28C-6C19-75FD88824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6FABA-4452-ED81-7C1C-9A0300FC5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285C75-26E5-C6EF-A4C3-7155F39E74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6D5414-DA94-1405-94B8-25188D4ADA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A7572B3-F35F-23F7-9AAA-6DDACF3E3A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529F3C-74F5-0AC6-C0D6-DBBBC303D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E23C-E03C-4D10-AB12-92DDDE6BAB9B}" type="datetimeFigureOut">
              <a:rPr lang="en-IN" smtClean="0"/>
              <a:t>04-04-2026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6673FA-3030-D998-C129-DC0BEC0E2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2F4149-1B11-BB6F-FA42-4642528BB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0654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E3431-02A8-C3DC-972F-6C4D3774E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203D6A-9B95-E347-A3B7-198FF6653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E23C-E03C-4D10-AB12-92DDDE6BAB9B}" type="datetimeFigureOut">
              <a:rPr lang="en-IN" smtClean="0"/>
              <a:t>04-04-2026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25E6B6-80E6-4FF7-C682-1A8758134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583CED-4917-EDDC-0885-3C0BF3A6C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9998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B7010E-9A23-F35C-A27B-404907A92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E23C-E03C-4D10-AB12-92DDDE6BAB9B}" type="datetimeFigureOut">
              <a:rPr lang="en-IN" smtClean="0"/>
              <a:t>04-04-2026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76436E-A75E-98EC-1B85-0F2DD0299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EF151-3D6A-7A53-94C9-A4D88B2AE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12426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19EE4-C6AD-29EF-DA8E-F4F62D8993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E2A46-98E4-BA59-9508-9AD493F83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EBD94C-6211-3287-5896-D50AA39AA6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420E3-23A6-B13A-2A63-7FAAE6D2F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E23C-E03C-4D10-AB12-92DDDE6BAB9B}" type="datetimeFigureOut">
              <a:rPr lang="en-IN" smtClean="0"/>
              <a:t>04-04-2026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0798-8F5E-5080-AC05-8C0DB110D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86D686-4C63-8BBA-425E-C474C5C5D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5846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C4D38-A3D6-146C-5285-8A7EAC3C8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0CC4BB-BD37-C122-164C-B6AAB81150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05758-7E8F-41A7-0793-31D08C0D7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2EA373-FF34-5413-BAEC-A238554E0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E23C-E03C-4D10-AB12-92DDDE6BAB9B}" type="datetimeFigureOut">
              <a:rPr lang="en-IN" smtClean="0"/>
              <a:t>04-04-2026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A606F5-031B-8586-4C1A-A481BF49F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E06590-1D3F-F9A3-1919-639A26D9B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46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9B2E8-166E-2B7C-ABAC-137739692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E730BB-AF88-C068-8685-F41E76E0A4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8AB1FB-B771-750D-3AD1-354FBD7ED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E23C-E03C-4D10-AB12-92DDDE6BAB9B}" type="datetimeFigureOut">
              <a:rPr lang="en-IN" smtClean="0"/>
              <a:t>04-04-2026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D5B0E3-7486-9F76-0036-E9A61E4B8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55D70-E6D8-6DE8-7A65-5696D5DE4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0215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430A40-FE02-9255-04DB-4F5E86805F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CD686C-AC5A-B229-6450-3B0323C6C4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554BA8-CDC1-6C57-C0BB-02ACA211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0E23C-E03C-4D10-AB12-92DDDE6BAB9B}" type="datetimeFigureOut">
              <a:rPr lang="en-IN" smtClean="0"/>
              <a:t>04-04-2026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330BA3-3E62-DDEF-7AD8-0EDB74A68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2F66BA-55C2-3013-E7CA-8255933BA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4697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AFA4DF-23AD-1410-53AF-701C80239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3B849-59F4-7A57-E039-2A9924DED8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638EF5-B460-96FC-F39E-346322D472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F0E23C-E03C-4D10-AB12-92DDDE6BAB9B}" type="datetimeFigureOut">
              <a:rPr lang="en-IN" smtClean="0"/>
              <a:t>04-04-2026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E85213-4637-0BEB-6A0B-EC75F0EF1D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0C6BA6-2CC7-519F-3673-438B65A80E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190881-8E38-4D4B-AE1C-AFBCA8B471C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5267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B4E1B-A995-4187-CA8D-719EA7EA57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2873" y="782782"/>
            <a:ext cx="9008254" cy="3410475"/>
          </a:xfrm>
        </p:spPr>
        <p:txBody>
          <a:bodyPr anchor="ctr">
            <a:normAutofit/>
          </a:bodyPr>
          <a:lstStyle/>
          <a:p>
            <a:r>
              <a:rPr lang="en-IN" sz="6000"/>
              <a:t>E-Commerce Case Study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19FDCF-2D27-2E3B-909C-F04B5F91B3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94165" y="4709627"/>
            <a:ext cx="8956962" cy="1126283"/>
          </a:xfrm>
        </p:spPr>
        <p:txBody>
          <a:bodyPr anchor="ctr">
            <a:normAutofit/>
          </a:bodyPr>
          <a:lstStyle/>
          <a:p>
            <a:endParaRPr lang="en-IN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9998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8032-5585-7B02-70F8-B92A15DA6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D6213F-9C90-5720-227C-A1C022905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We have designed a </a:t>
            </a:r>
            <a:r>
              <a:rPr lang="en-IN" b="1" dirty="0"/>
              <a:t>scalable and reliable e-commerce system</a:t>
            </a:r>
            <a:r>
              <a:rPr lang="en-IN" dirty="0"/>
              <a:t> that ensures smooth customer journeys from browsing to checkout. The platform is built in a </a:t>
            </a:r>
            <a:r>
              <a:rPr lang="en-IN" b="1" dirty="0"/>
              <a:t>modular way</a:t>
            </a:r>
            <a:r>
              <a:rPr lang="en-IN" dirty="0"/>
              <a:t>, where key business functions such as products, orders, payments, inventory, and customer communication work independently while remaining fully integrated.</a:t>
            </a:r>
          </a:p>
          <a:p>
            <a:r>
              <a:rPr lang="en-IN" dirty="0"/>
              <a:t>Overall, the architecture provides a </a:t>
            </a:r>
            <a:r>
              <a:rPr lang="en-IN" b="1" dirty="0"/>
              <a:t>secure, high-performance foundation</a:t>
            </a:r>
            <a:r>
              <a:rPr lang="en-IN" dirty="0"/>
              <a:t> that supports business expansion, operational efficiency, and a consistent customer experience.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5654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F2CD5-C757-0B28-55A3-BA74B5E9E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Functional Requirement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8B4033-DCA3-1407-0A30-59556E635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IN" dirty="0"/>
              <a:t>User can sign up, login and logout.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Products list should be visible on the page.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User can search product by name and category.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User can filter products.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User can add, update, remove products from the cart.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User can place order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Notify user about order placed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User should be able to make payment for the product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Inventory must be updated after purchase.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8691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0AB4E-08F0-74C5-93B7-7A30303E7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Non Functional Requirement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35229-4B7D-D30A-942F-D0F2F68BE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IN" dirty="0"/>
              <a:t>System should be auto scalable for peak events.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Availability up to 99.99%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Fault Tolerance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Strong consistency for Inventory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Graceful Degradation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Low Latency(Search, showing product catalogue)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Ability to handle millions of concurrent requests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51564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8C9EE-E95F-4CD7-5B10-401398E0A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64549F-3F66-18A8-CA77-87432D063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lvl="0" indent="-514350">
              <a:buFont typeface="+mj-lt"/>
              <a:buAutoNum type="arabicPeriod"/>
            </a:pPr>
            <a:r>
              <a:rPr lang="en-IN" dirty="0"/>
              <a:t>Mostly browsing/search traffic(80%), checkout traffic(20%).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We will have responsive website shown on desktop and mobile.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Mobile application is not asked by client.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The system meets </a:t>
            </a:r>
            <a:r>
              <a:rPr lang="en-IN" b="1" dirty="0"/>
              <a:t>regulatory, privacy, and audit requirements</a:t>
            </a:r>
            <a:r>
              <a:rPr lang="en-IN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Third party integration with Payment gateway.</a:t>
            </a:r>
          </a:p>
          <a:p>
            <a:pPr marL="514350" indent="-514350">
              <a:buFont typeface="+mj-lt"/>
              <a:buAutoNum type="arabicPeriod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36703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" name="Rectangle 57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2378B3-CC15-3A6F-B04A-7E94753C01A3}"/>
              </a:ext>
            </a:extLst>
          </p:cNvPr>
          <p:cNvSpPr txBox="1"/>
          <p:nvPr/>
        </p:nvSpPr>
        <p:spPr>
          <a:xfrm>
            <a:off x="334018" y="3149439"/>
            <a:ext cx="939612" cy="13681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000" b="1" dirty="0"/>
              <a:t>HLD</a:t>
            </a:r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5E76C315-426F-BFD3-C58F-C1F470CDFE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705" y="0"/>
            <a:ext cx="7904781" cy="6892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907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Slide Background">
            <a:extLst>
              <a:ext uri="{FF2B5EF4-FFF2-40B4-BE49-F238E27FC236}">
                <a16:creationId xmlns:a16="http://schemas.microsoft.com/office/drawing/2014/main" id="{9D768B77-8742-43A0-AF16-6AC4D378E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8B13CA8-CBEA-4805-955D-CEBE322365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617490" cy="5486399"/>
          </a:xfrm>
          <a:prstGeom prst="rect">
            <a:avLst/>
          </a:prstGeom>
          <a:ln>
            <a:noFill/>
          </a:ln>
          <a:effectLst>
            <a:outerShdw blurRad="393700" dist="127000" dir="5400000" sx="95000" sy="95000" algn="t" rotWithShape="0">
              <a:srgbClr val="000000">
                <a:alpha val="31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D4EE89-F871-A4C5-0E9D-35FB791E7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152" y="2312948"/>
            <a:ext cx="3221377" cy="385925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dirty="0"/>
              <a:t>Deployment Diagram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CB0273D-1F00-4FD3-F6B6-2B5F109882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80" r="-2" b="11122"/>
          <a:stretch>
            <a:fillRect/>
          </a:stretch>
        </p:blipFill>
        <p:spPr>
          <a:xfrm>
            <a:off x="4617490" y="1"/>
            <a:ext cx="7574510" cy="6858000"/>
          </a:xfrm>
          <a:prstGeom prst="rect">
            <a:avLst/>
          </a:prstGeom>
          <a:effectLst>
            <a:outerShdw blurRad="254000" dist="190500" dir="5580000" sx="90000" sy="90000" algn="ctr" rotWithShape="0">
              <a:srgbClr val="000000">
                <a:alpha val="2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679602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Slide Background">
            <a:extLst>
              <a:ext uri="{FF2B5EF4-FFF2-40B4-BE49-F238E27FC236}">
                <a16:creationId xmlns:a16="http://schemas.microsoft.com/office/drawing/2014/main" id="{9D768B77-8742-43A0-AF16-6AC4D378E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8B13CA8-CBEA-4805-955D-CEBE322365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617490" cy="5486399"/>
          </a:xfrm>
          <a:prstGeom prst="rect">
            <a:avLst/>
          </a:prstGeom>
          <a:ln>
            <a:noFill/>
          </a:ln>
          <a:effectLst>
            <a:outerShdw blurRad="393700" dist="127000" dir="5400000" sx="95000" sy="95000" algn="t" rotWithShape="0">
              <a:srgbClr val="000000">
                <a:alpha val="31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BFA5AB-B9F0-33CD-D168-F98A7C3C3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708" y="2073662"/>
            <a:ext cx="3221377" cy="385925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dirty="0"/>
              <a:t>Frontend CI/CD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D8968E-653E-CD7E-AFA0-0EF4FE6FC8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" b="9910"/>
          <a:stretch>
            <a:fillRect/>
          </a:stretch>
        </p:blipFill>
        <p:spPr>
          <a:xfrm>
            <a:off x="4617490" y="1"/>
            <a:ext cx="7574510" cy="6858000"/>
          </a:xfrm>
          <a:prstGeom prst="rect">
            <a:avLst/>
          </a:prstGeom>
          <a:effectLst>
            <a:outerShdw blurRad="254000" dist="190500" dir="5580000" sx="90000" sy="90000" algn="ctr" rotWithShape="0">
              <a:srgbClr val="000000">
                <a:alpha val="2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257679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5A087C-E877-20DC-311D-C848D0344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Slide Background">
            <a:extLst>
              <a:ext uri="{FF2B5EF4-FFF2-40B4-BE49-F238E27FC236}">
                <a16:creationId xmlns:a16="http://schemas.microsoft.com/office/drawing/2014/main" id="{7B1AB9FE-36F5-4FD1-9850-DB5C5AD482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BCFBBF-0291-A60C-B404-1A08B1A4D3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22" b="11183"/>
          <a:stretch>
            <a:fillRect/>
          </a:stretch>
        </p:blipFill>
        <p:spPr>
          <a:xfrm>
            <a:off x="20" y="10"/>
            <a:ext cx="12191979" cy="5486390"/>
          </a:xfrm>
          <a:prstGeom prst="rect">
            <a:avLst/>
          </a:prstGeom>
          <a:effectLst>
            <a:outerShdw blurRad="596900" dist="330200" dir="8820000" sx="87000" sy="87000" algn="ctr" rotWithShape="0">
              <a:srgbClr val="000000">
                <a:alpha val="29000"/>
              </a:srgbClr>
            </a:outerShdw>
          </a:effectLst>
        </p:spPr>
      </p:pic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F489C2E0-4895-4B72-85EA-7EE9FAFFDC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486402"/>
            <a:ext cx="12192000" cy="1371598"/>
          </a:xfrm>
          <a:prstGeom prst="rect">
            <a:avLst/>
          </a:prstGeom>
          <a:ln>
            <a:noFill/>
          </a:ln>
          <a:effectLst>
            <a:outerShdw blurRad="254000" dist="114300" dir="20340000" sx="89000" sy="89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A4572F-AAEA-0CAF-BE37-2D9817044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56" y="5746071"/>
            <a:ext cx="7015499" cy="85226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/>
              <a:t>Backend CI/CD</a:t>
            </a:r>
          </a:p>
        </p:txBody>
      </p:sp>
    </p:spTree>
    <p:extLst>
      <p:ext uri="{BB962C8B-B14F-4D97-AF65-F5344CB8AC3E}">
        <p14:creationId xmlns:p14="http://schemas.microsoft.com/office/powerpoint/2010/main" val="7575249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15960</TotalTime>
  <Words>255</Words>
  <Application>Microsoft Office PowerPoint</Application>
  <PresentationFormat>Widescreen</PresentationFormat>
  <Paragraphs>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E-Commerce Case Study</vt:lpstr>
      <vt:lpstr>Summary</vt:lpstr>
      <vt:lpstr>Functional Requirement</vt:lpstr>
      <vt:lpstr>Non Functional Requirement</vt:lpstr>
      <vt:lpstr>Assumptions</vt:lpstr>
      <vt:lpstr>PowerPoint Presentation</vt:lpstr>
      <vt:lpstr>Deployment Diagram</vt:lpstr>
      <vt:lpstr>Frontend CI/CD</vt:lpstr>
      <vt:lpstr>Backend CI/CD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Rishi Yadav</dc:creator>
  <cp:lastModifiedBy>Rishi Yadav</cp:lastModifiedBy>
  <cp:revision>14</cp:revision>
  <dcterms:created xsi:type="dcterms:W3CDTF">2026-01-15T14:31:19Z</dcterms:created>
  <dcterms:modified xsi:type="dcterms:W3CDTF">2026-04-04T13:14:56Z</dcterms:modified>
</cp:coreProperties>
</file>